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I will talk about Open Source and cybersecurity.</a:t>
            </a:r>
          </a:p>
          <a:p>
            <a:r>
              <a:t>These are two important parts of my work and my life.</a:t>
            </a:r>
          </a:p>
          <a:p>
            <a:r>
              <a:t>At the end, I hope you will see one common message:</a:t>
            </a:r>
          </a:p>
          <a:p>
            <a:r>
              <a:t>you do not have to be only a user of technology.</a:t>
            </a:r>
          </a:p>
          <a:p>
            <a:r>
              <a:t>You can help build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I have two topics.</a:t>
            </a:r>
          </a:p>
          <a:p>
            <a:r>
              <a:t>First, Open Source: how people work together to improve software.</a:t>
            </a:r>
          </a:p>
          <a:p>
            <a:r>
              <a:t>Second, cybersecurity: how we protect software, systems, and data.</a:t>
            </a:r>
          </a:p>
          <a:p>
            <a:r>
              <a:t>They are different topics, but they are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us start with Open Source.</a:t>
            </a:r>
          </a:p>
          <a:p>
            <a:r>
              <a:t>There are technical definitions of Open Source.</a:t>
            </a:r>
          </a:p>
          <a:p>
            <a:r>
              <a:t>But today I want to focus on people.</a:t>
            </a:r>
          </a:p>
          <a:p>
            <a:r>
              <a:t>For me, Open Source is people working together to make software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Source software can be studied, changed, and improved by its community.</a:t>
            </a:r>
          </a:p>
          <a:p>
            <a:r>
              <a:t>There are many ways to help.</a:t>
            </a:r>
          </a:p>
          <a:p>
            <a:r>
              <a:t>You can write programs.</a:t>
            </a:r>
          </a:p>
          <a:p>
            <a:r>
              <a:t>You can translate software.</a:t>
            </a:r>
          </a:p>
          <a:p>
            <a:r>
              <a:t>You can test it and report problems.</a:t>
            </a:r>
          </a:p>
          <a:p>
            <a:r>
              <a:t>You can write documentation or organize events.</a:t>
            </a:r>
          </a:p>
          <a:p>
            <a:r>
              <a:t>We make software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 not need to become an expert before joining an Open Source community.</a:t>
            </a:r>
          </a:p>
          <a:p>
            <a:r>
              <a:t>You can ask questions.</a:t>
            </a:r>
          </a:p>
          <a:p>
            <a:r>
              <a:t>You can start with something small.</a:t>
            </a:r>
          </a:p>
          <a:p>
            <a:r>
              <a:t>You can learn from other people.</a:t>
            </a:r>
          </a:p>
          <a:p>
            <a:r>
              <a:t>Join first, and learn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LibreOffice is one example.</a:t>
            </a:r>
          </a:p>
          <a:p>
            <a:r>
              <a:t>It is office software, similar to Microsoft Office.</a:t>
            </a:r>
          </a:p>
          <a:p>
            <a:r>
              <a:t>You can use it for documents, spreadsheets, and presentations.</a:t>
            </a:r>
          </a:p>
          <a:p>
            <a:r>
              <a:t>LibreOffice is Free and Open Source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Software is easier to use when it supports your language.</a:t>
            </a:r>
          </a:p>
          <a:p>
            <a:r>
              <a:t>My native language is Japanese.</a:t>
            </a:r>
          </a:p>
          <a:p>
            <a:r>
              <a:t>For many people here, the language is Kyrgyz.</a:t>
            </a:r>
          </a:p>
          <a:p>
            <a:r>
              <a:t>So who translates the software?</a:t>
            </a:r>
          </a:p>
          <a:p>
            <a:r>
              <a:t>With Open Source, the answer can be: the community.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LibreOffice already has a Kyrgyz translation project.</a:t>
            </a:r>
          </a:p>
          <a:p>
            <a:r>
              <a:t>There is still a lot of translation work to do.</a:t>
            </a:r>
          </a:p>
          <a:p>
            <a:r>
              <a:t>With Open Source, we do not always have to wait for a company to do everything.</a:t>
            </a:r>
          </a:p>
          <a:p>
            <a:r>
              <a:t>People in the community can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can help?</a:t>
            </a:r>
          </a:p>
          <a:p>
            <a:r>
              <a:t>You can.</a:t>
            </a:r>
          </a:p>
          <a:p>
            <a:r>
              <a:t>If you know Kyrgyz, you already have a useful skill.</a:t>
            </a:r>
          </a:p>
          <a:p>
            <a:r>
              <a:t>Programming is not the only way to contribute to Open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did the same kind of work.</a:t>
            </a:r>
          </a:p>
          <a:p>
            <a:r>
              <a:t>I helped translate LibreOffice into Japanese.</a:t>
            </a:r>
          </a:p>
          <a:p>
            <a:r>
              <a:t>I am a software engineer, but translation was also an important part of my Open Source activity.</a:t>
            </a:r>
          </a:p>
          <a:p>
            <a:r>
              <a:t>Contribution is not only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me, Open Source is not only software.</a:t>
            </a:r>
          </a:p>
          <a:p>
            <a:r>
              <a:t>People learn together.</a:t>
            </a:r>
          </a:p>
          <a:p>
            <a:r>
              <a:t>They build software together.</a:t>
            </a:r>
          </a:p>
          <a:p>
            <a:r>
              <a:t>They organize communities and events.</a:t>
            </a:r>
          </a:p>
          <a:p>
            <a:r>
              <a:t>And they meet people from other countries.</a:t>
            </a:r>
          </a:p>
          <a:p>
            <a:r>
              <a:t>The community is as important as the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community can start small.</a:t>
            </a:r>
          </a:p>
          <a:p>
            <a:r>
              <a:t>You do not need a large conference.</a:t>
            </a:r>
          </a:p>
          <a:p>
            <a:r>
              <a:t>You can start with a few people who care.</a:t>
            </a:r>
          </a:p>
          <a:p>
            <a:r>
              <a:t>So I want to ask you:</a:t>
            </a:r>
          </a:p>
          <a:p>
            <a:r>
              <a:t>what software do you want?</a:t>
            </a:r>
          </a:p>
          <a:p>
            <a:r>
              <a:t>What language support do you need?</a:t>
            </a:r>
          </a:p>
          <a:p>
            <a:r>
              <a:t>What community would you like to build?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let us move to cybersecurity.</a:t>
            </a:r>
          </a:p>
          <a:p>
            <a:r>
              <a:t>Open Source is about building and improving software together.</a:t>
            </a:r>
          </a:p>
          <a:p>
            <a:r>
              <a:t>But the software we build also needs to be safe.</a:t>
            </a:r>
          </a:p>
          <a:p>
            <a:r>
              <a:t>So how do we protect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 computers and smartphones every day.</a:t>
            </a:r>
          </a:p>
          <a:p>
            <a:r>
              <a:t>They contain important information.</a:t>
            </a:r>
          </a:p>
          <a:p>
            <a:r>
              <a:t>Companies also depend on software, systems, and data.</a:t>
            </a:r>
          </a:p>
          <a:p>
            <a:r>
              <a:t>Cybersecurity means protecting those systems and that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are three famous ideas in information security.</a:t>
            </a:r>
          </a:p>
          <a:p>
            <a:r>
              <a:t>Keep secrets secret: confidentiality.</a:t>
            </a:r>
          </a:p>
          <a:p>
            <a:r>
              <a:t>Keep data correct: integrity.</a:t>
            </a:r>
          </a:p>
          <a:p>
            <a:r>
              <a:t>Keep systems working: availability.</a:t>
            </a:r>
          </a:p>
          <a:p>
            <a:r>
              <a:t>Together, these are called the CIA triad.</a:t>
            </a:r>
          </a:p>
          <a:p>
            <a:r>
              <a:t>The important thing is the meaning, not memorizing the English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Software has bugs.</a:t>
            </a:r>
          </a:p>
          <a:p>
            <a:r>
              <a:t>A normal bug can be annoying.</a:t>
            </a:r>
          </a:p>
          <a:p>
            <a:r>
              <a:t>For example, I click a button and nothing happens.</a:t>
            </a:r>
          </a:p>
          <a:p>
            <a:r>
              <a:t>That is a software problem, but it may not be a security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 bugs are dangerous.</a:t>
            </a:r>
          </a:p>
          <a:p>
            <a:r>
              <a:t>Imagine that I log in with my account, but I can see your private data.</a:t>
            </a:r>
          </a:p>
          <a:p>
            <a:r>
              <a:t>Now confidentiality is broken.</a:t>
            </a:r>
          </a:p>
          <a:p>
            <a:r>
              <a:t>A security weakness like this is called a vulnerability.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Attackers look for vulnerabilities.</a:t>
            </a:r>
          </a:p>
          <a:p>
            <a:r>
              <a:t>They may use them to steal information, change data, or stop systems.</a:t>
            </a:r>
          </a:p>
          <a:p>
            <a:r>
              <a:t>Security engineers also look for vulnerabilities.</a:t>
            </a:r>
          </a:p>
          <a:p>
            <a:r>
              <a:t>So the important question is: who finds the problem first?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work in cybersecurity.</a:t>
            </a:r>
          </a:p>
          <a:p>
            <a:r>
              <a:t>Security companies try to find security problems before attackers find and use them.</a:t>
            </a:r>
          </a:p>
          <a:p>
            <a:r>
              <a:t>Finding vulnerabilities is important.</a:t>
            </a:r>
          </a:p>
          <a:p>
            <a:r>
              <a:t>But there is an even better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Finding a vulnerability before an attacker is good.</a:t>
            </a:r>
          </a:p>
          <a:p>
            <a:r>
              <a:t>But if possible, not creating the vulnerability is better.</a:t>
            </a:r>
          </a:p>
          <a:p>
            <a:r>
              <a:t>We should think about security while we build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approach is secure coding.</a:t>
            </a:r>
          </a:p>
          <a:p>
            <a:r>
              <a:t>Developers learn common security problems and try to avoid them while writing code.</a:t>
            </a:r>
          </a:p>
          <a:p>
            <a:r>
              <a:t>Security should be part of development, not only a final check before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Humans make mistakes.</a:t>
            </a:r>
          </a:p>
          <a:p>
            <a:r>
              <a:t>Even experienced developers make mistakes.</a:t>
            </a:r>
          </a:p>
          <a:p>
            <a:r>
              <a:t>So we use tools to help us.</a:t>
            </a:r>
          </a:p>
          <a:p>
            <a:r>
              <a:t>Automated security testing can check code and software during development.</a:t>
            </a:r>
          </a:p>
          <a:p>
            <a:r>
              <a:t>People and tools work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Development, Security, and Operations.</a:t>
            </a:r>
          </a:p>
          <a:p>
            <a:r>
              <a:t>DevSecOps tries to include security throughout software development.</a:t>
            </a:r>
          </a:p>
          <a:p>
            <a:r>
              <a:t>Developers and security engineers work together instead of waiting until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important DevSecOps idea is Shift Left.</a:t>
            </a:r>
          </a:p>
          <a:p>
            <a:r>
              <a:t>It means thinking about security earlier.</a:t>
            </a:r>
          </a:p>
          <a:p>
            <a:r>
              <a:t>Find problems earlier.</a:t>
            </a:r>
          </a:p>
          <a:p>
            <a:r>
              <a:t>Fix them earlier.</a:t>
            </a:r>
          </a:p>
          <a:p>
            <a:r>
              <a:t>And prevent them when possible.</a:t>
            </a:r>
          </a:p>
          <a:p>
            <a:r>
              <a:t>This is the main area of my work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let us connect the two topics.</a:t>
            </a:r>
          </a:p>
          <a:p>
            <a:r>
              <a:t>Open Source and cybersecurity are different.</a:t>
            </a:r>
          </a:p>
          <a:p>
            <a:r>
              <a:t>But I think they have one common message for students:</a:t>
            </a:r>
          </a:p>
          <a:p>
            <a:r>
              <a:t>you can become a creator, not only a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Source says you can help build software.</a:t>
            </a:r>
          </a:p>
          <a:p>
            <a:r>
              <a:t>You can write code, translate, test, and join a community.</a:t>
            </a:r>
          </a:p>
          <a:p>
            <a:r>
              <a:t>You can make software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Cybersecurity says you can help make software safe.</a:t>
            </a:r>
          </a:p>
          <a:p>
            <a:r>
              <a:t>You can learn secure coding.</a:t>
            </a:r>
          </a:p>
          <a:p>
            <a:r>
              <a:t>You can find security problems.</a:t>
            </a:r>
          </a:p>
          <a:p>
            <a:r>
              <a:t>You can prevent problems earlier.</a:t>
            </a:r>
          </a:p>
          <a:p>
            <a:r>
              <a:t>Security is part of building good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do not need to know everything today.</a:t>
            </a:r>
          </a:p>
          <a:p>
            <a:r>
              <a:t>Start small.</a:t>
            </a:r>
          </a:p>
          <a:p>
            <a:r>
              <a:t>Learn something.</a:t>
            </a:r>
          </a:p>
          <a:p>
            <a:r>
              <a:t>Build something.</a:t>
            </a:r>
          </a:p>
          <a:p>
            <a:r>
              <a:t>Share something.</a:t>
            </a:r>
          </a:p>
          <a:p>
            <a:r>
              <a:t>That is how we grow as IT professionals.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have three messages for you.</a:t>
            </a:r>
          </a:p>
          <a:p>
            <a:r>
              <a:t>Enjoy IT.</a:t>
            </a:r>
          </a:p>
          <a:p>
            <a:r>
              <a:t>Join communities.</a:t>
            </a:r>
          </a:p>
          <a:p>
            <a:r>
              <a:t>Build secure software.</a:t>
            </a:r>
          </a:p>
          <a:p>
            <a:r>
              <a:t>Thank you very much.</a:t>
            </a:r>
          </a:p>
          <a:p>
            <a:r>
              <a:t>I would also love to hear about IT and Open Source in Kyrgyzstan.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500" b="1">
                <a:solidFill>
                  <a:srgbClr val="161618"/>
                </a:solidFill>
                <a:latin typeface="Aptos"/>
              </a:rPr>
              <a:t>You Can Build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267048"/>
                </a:solidFill>
                <a:latin typeface="Aptos"/>
              </a:rPr>
              <a:t>Open Source &amp;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5555A"/>
                </a:solidFill>
                <a:latin typeface="Aptos"/>
              </a:rPr>
              <a:t>An introduction for future IT professionals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67048"/>
                </a:solidFill>
                <a:latin typeface="Aptos"/>
              </a:rPr>
              <a:t>Two topics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1618"/>
                </a:solidFill>
                <a:latin typeface="Aptos"/>
              </a:rPr>
              <a:t>1. 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   How people work together to improve software.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9232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1618"/>
                </a:solidFill>
                <a:latin typeface="Aptos"/>
              </a:rPr>
              <a:t>2. Cybersecurity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66744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   How we protect software, systems, and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17136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These topics are different, but they are connected.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267048"/>
                </a:solidFill>
                <a:latin typeface="Aptos"/>
              </a:rPr>
              <a:t>OPEN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889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61618"/>
                </a:solidFill>
                <a:latin typeface="Aptos"/>
              </a:rPr>
              <a:t>Open Source is not only source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6616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61618"/>
                </a:solidFill>
                <a:latin typeface="Aptos"/>
              </a:rPr>
              <a:t>It is also people working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67048"/>
                </a:solidFill>
                <a:latin typeface="Aptos"/>
              </a:rPr>
              <a:t>What is Open Source?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Open Source software can be studied, changed,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2996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and improved by its community.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6148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61618"/>
                </a:solidFill>
                <a:latin typeface="Aptos"/>
              </a:rPr>
              <a:t>People can: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1012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• write programs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5876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• translate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0740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• test it and report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5604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• write documents and organize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8756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67048"/>
                </a:solidFill>
                <a:latin typeface="Aptos"/>
              </a:rPr>
              <a:t>We make software together.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67048"/>
                </a:solidFill>
                <a:latin typeface="Aptos"/>
              </a:rPr>
              <a:t>You do not need to be an expert.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You can join a community before you are an expert.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You can ask questions.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9232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You can try something small.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66744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You can learn from other people.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17136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67048"/>
                </a:solidFill>
                <a:latin typeface="Aptos"/>
              </a:rPr>
              <a:t>Join first. Learn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67048"/>
                </a:solidFill>
                <a:latin typeface="Aptos"/>
              </a:rPr>
              <a:t>Example: LibreOffice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LibreOffice is office software,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2996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similar to Microsoft Office.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6148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61618"/>
                </a:solidFill>
                <a:latin typeface="Aptos"/>
              </a:rPr>
              <a:t>You can use it for: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1012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•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5876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• spreadsheets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0740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• presentations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3892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LibreOffice is Free and Open Source software.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67048"/>
                </a:solidFill>
                <a:latin typeface="Aptos"/>
              </a:rPr>
              <a:t>Software should speak your language.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Software is easier to use when it supports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the language you use every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9232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For me, that language is Japanese.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66744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For many people here, it is Kyrgyz.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17136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But who translates the software?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67048"/>
                </a:solidFill>
                <a:latin typeface="Aptos"/>
              </a:rPr>
              <a:t>LibreOffice and Kyrgyz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LibreOffice already has a Kyrgyz translation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There is still a lot of translation work to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82112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With Open Source, you do not have to 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9624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for a software company to do everything.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0016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People in the community can help.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67048"/>
                </a:solidFill>
                <a:latin typeface="Aptos"/>
              </a:rPr>
              <a:t>Who can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161618"/>
                </a:solidFill>
                <a:latin typeface="Aptos"/>
              </a:rPr>
              <a:t>YOU CAN.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68880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700" b="1">
                <a:solidFill>
                  <a:srgbClr val="161618"/>
                </a:solidFill>
                <a:latin typeface="Aptos"/>
              </a:rPr>
              <a:t>If you know Kyrgyz, you already 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27832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700" b="1">
                <a:solidFill>
                  <a:srgbClr val="161618"/>
                </a:solidFill>
                <a:latin typeface="Aptos"/>
              </a:rPr>
              <a:t>a skill that the project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67048"/>
                </a:solidFill>
                <a:latin typeface="Aptos"/>
              </a:rPr>
              <a:t>I did it too.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I helped translate LibreOffice into Japanese.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I am a software engineer,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9232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but translation was also part of my Open Source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9624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Open Source contribution is not only programming.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67048"/>
                </a:solidFill>
                <a:latin typeface="Aptos"/>
              </a:rPr>
              <a:t>Open Source is people.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61618"/>
                </a:solidFill>
                <a:latin typeface="Aptos"/>
              </a:rPr>
              <a:t>Through Open Source, people: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2996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• learn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7860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• build software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2724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• organize communities and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7588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• meet people from other countries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0740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For me, the community is as important as the software.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7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67048"/>
                </a:solidFill>
                <a:latin typeface="Aptos"/>
              </a:rPr>
              <a:t>What about Kyrgyzstan?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A community does not need to start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2996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a large conference or hundreds of people.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6148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It can start with a few people who care.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9300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What software do you want?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4164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What language support do you need?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9028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What community would you like to build?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2A528C"/>
                </a:solidFill>
                <a:latin typeface="Aptos"/>
              </a:rPr>
              <a:t>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889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61618"/>
                </a:solidFill>
                <a:latin typeface="Aptos"/>
              </a:rPr>
              <a:t>We build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6616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61618"/>
                </a:solidFill>
                <a:latin typeface="Aptos"/>
              </a:rPr>
              <a:t>Now, how do we make it safe?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A528C"/>
                </a:solidFill>
                <a:latin typeface="Aptos"/>
              </a:rPr>
              <a:t>What is Cybersecurity?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We use computers and smartphones every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They contain important 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9232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Companies also depend on software, systems, and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9624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Cybersecurity means protecting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17136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those systems and that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A528C"/>
                </a:solidFill>
                <a:latin typeface="Aptos"/>
              </a:rPr>
              <a:t>What do we protect?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61618"/>
                </a:solidFill>
                <a:latin typeface="Aptos"/>
              </a:rPr>
              <a:t>1. Keep secrets secret.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2996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   Confidentiality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6148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61618"/>
                </a:solidFill>
                <a:latin typeface="Aptos"/>
              </a:rPr>
              <a:t>2. Keep data correct.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1012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  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4164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61618"/>
                </a:solidFill>
                <a:latin typeface="Aptos"/>
              </a:rPr>
              <a:t>3. Keep systems working.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9028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  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2180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These three ideas are called the CIA triad.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A528C"/>
                </a:solidFill>
                <a:latin typeface="Aptos"/>
              </a:rPr>
              <a:t>Software has bugs.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A normal bug may be annoying.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61618"/>
                </a:solidFill>
                <a:latin typeface="Aptos"/>
              </a:rPr>
              <a:t>Example: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6148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I click a button.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1012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Nothing happens.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4164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This is a software problem,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9028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but it may not be a security problem.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A528C"/>
                </a:solidFill>
                <a:latin typeface="Aptos"/>
              </a:rPr>
              <a:t>Some bugs are dangerous.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61618"/>
                </a:solidFill>
                <a:latin typeface="Aptos"/>
              </a:rPr>
              <a:t>Example: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I log in with MY account.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9232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But the system shows me YOUR private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9624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Now confidentiality is broken.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0016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This kind of security weakness is called a vulnerability.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A528C"/>
                </a:solidFill>
                <a:latin typeface="Aptos"/>
              </a:rPr>
              <a:t>Attackers look for vulnerabilities.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61618"/>
                </a:solidFill>
                <a:latin typeface="Aptos"/>
              </a:rPr>
              <a:t>Attackers may use vulnerabilities 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2996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• steal secret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7860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• change important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2724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• stop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5876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Security engineers also look for vulnerabilities.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9028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61618"/>
                </a:solidFill>
                <a:latin typeface="Aptos"/>
              </a:rPr>
              <a:t>The important question is: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3892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Who finds the problem first?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A528C"/>
                </a:solidFill>
                <a:latin typeface="Aptos"/>
              </a:rPr>
              <a:t>This is part of my job.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I work in cybersecurity.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Security companies try to find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9232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before attackers find and use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9624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Finding vulnerabilities is important.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0016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But there is an even better idea.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A528C"/>
                </a:solidFill>
                <a:latin typeface="Aptos"/>
              </a:rPr>
              <a:t>Better than finding a vulnerability: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161618"/>
                </a:solidFill>
                <a:latin typeface="Aptos"/>
              </a:rPr>
              <a:t>Do not create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68880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700" b="1">
                <a:solidFill>
                  <a:srgbClr val="161618"/>
                </a:solidFill>
                <a:latin typeface="Aptos"/>
              </a:rPr>
              <a:t>Think about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27832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700" b="1">
                <a:solidFill>
                  <a:srgbClr val="161618"/>
                </a:solidFill>
                <a:latin typeface="Aptos"/>
              </a:rPr>
              <a:t>while you build software.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A528C"/>
                </a:solidFill>
                <a:latin typeface="Aptos"/>
              </a:rPr>
              <a:t>Secure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Secure Coding means writing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2996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with security in mind.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6148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Developers learn common security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1012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and try to avoid them while writing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4164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Security is part of development,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9028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not only a final check before release.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A528C"/>
                </a:solidFill>
                <a:latin typeface="Aptos"/>
              </a:rPr>
              <a:t>Humans make mistakes.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Even experienced developers make mistakes.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So we also use tools to help 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82112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Automated Security Testing can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9624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code and software during development.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0016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People + tools work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A528C"/>
                </a:solidFill>
                <a:latin typeface="Aptos"/>
              </a:rPr>
              <a:t>DevSecOps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Development + Security +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DevSecOps tries to include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9232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throughout software development.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9624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Developers and security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17136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work together instead of waiting until the 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A5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A528C"/>
                </a:solidFill>
                <a:latin typeface="Aptos"/>
              </a:rPr>
              <a:t>Shift Left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Shift Left means thinking about security earlier.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Find problems earlier.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9232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Fix problems earlier.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66744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Prevent problems when possible.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17136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This is the main area of my work today.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34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>
                <a:solidFill>
                  <a:srgbClr val="734825"/>
                </a:solidFill>
                <a:latin typeface="Aptos"/>
              </a:rPr>
              <a:t>ONE COMMON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889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61618"/>
                </a:solidFill>
                <a:latin typeface="Aptos"/>
              </a:rPr>
              <a:t>Open Source and Cybersecurity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56616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61618"/>
                </a:solidFill>
                <a:latin typeface="Aptos"/>
              </a:rPr>
              <a:t>both invite you to become a creator.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34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734825"/>
                </a:solidFill>
                <a:latin typeface="Aptos"/>
              </a:rPr>
              <a:t>Open Source says: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You can help BUILD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You can write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6148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You can translate.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1012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You can test.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5876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You can join a community.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90288"/>
            <a:ext cx="10287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161618"/>
                </a:solidFill>
                <a:latin typeface="Aptos"/>
              </a:rPr>
              <a:t>You can make software better.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34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10607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734825"/>
                </a:solidFill>
                <a:latin typeface="Aptos"/>
              </a:rPr>
              <a:t>Cybersecurity says: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You can help make software SAFE.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You can learn secure coding.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9232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You can find security problems.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66744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You can prevent problems earlier.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17136"/>
            <a:ext cx="102870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0">
                <a:solidFill>
                  <a:srgbClr val="161618"/>
                </a:solidFill>
                <a:latin typeface="Aptos"/>
              </a:rPr>
              <a:t>Security is part of building good software.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34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734825"/>
                </a:solidFill>
                <a:latin typeface="Aptos"/>
              </a:rPr>
              <a:t>You can be a creator.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161618"/>
                </a:solidFill>
                <a:latin typeface="Aptos"/>
              </a:rPr>
              <a:t>You do not need to know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68880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161618"/>
                </a:solidFill>
                <a:latin typeface="Aptos"/>
              </a:rPr>
              <a:t>Start small.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27832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161618"/>
                </a:solidFill>
                <a:latin typeface="Aptos"/>
              </a:rPr>
              <a:t>Learn.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86784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161618"/>
                </a:solidFill>
                <a:latin typeface="Aptos"/>
              </a:rPr>
              <a:t>Build.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745736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161618"/>
                </a:solidFill>
                <a:latin typeface="Aptos"/>
              </a:rPr>
              <a:t>Share.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734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4864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734825"/>
                </a:solidFill>
                <a:latin typeface="Aptos"/>
              </a:rPr>
              <a:t>Three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161618"/>
                </a:solidFill>
                <a:latin typeface="Aptos"/>
              </a:rPr>
              <a:t>Enjoy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67712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161618"/>
                </a:solidFill>
                <a:latin typeface="Aptos"/>
              </a:rPr>
              <a:t>Join communities.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26664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161618"/>
                </a:solidFill>
                <a:latin typeface="Aptos"/>
              </a:rPr>
              <a:t>Build secure software.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86783"/>
            <a:ext cx="102412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161618"/>
                </a:solidFill>
                <a:latin typeface="Aptos"/>
              </a:rPr>
              <a:t>Thank you!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28232"/>
            <a:ext cx="27432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>
                <a:solidFill>
                  <a:srgbClr val="969696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